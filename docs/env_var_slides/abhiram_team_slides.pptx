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Syne Bold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Arimo" charset="0"/>
      <p:regular r:id="rId18"/>
    </p:embeddedFont>
    <p:embeddedFont>
      <p:font typeface="Arimo Bold" charset="0"/>
      <p:regular r:id="rId19"/>
    </p:embeddedFont>
    <p:embeddedFont>
      <p:font typeface="Consolas" pitchFamily="49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930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-6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-3-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3.svg"/><Relationship Id="rId5" Type="http://schemas.openxmlformats.org/officeDocument/2006/relationships/image" Target="../media/image-5-3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6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4.svg"/><Relationship Id="rId5" Type="http://schemas.openxmlformats.org/officeDocument/2006/relationships/image" Target="../media/image17.png"/><Relationship Id="rId4" Type="http://schemas.openxmlformats.org/officeDocument/2006/relationships/image" Target="../media/image-9-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2.svg"/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2.svg"/><Relationship Id="rId5" Type="http://schemas.openxmlformats.org/officeDocument/2006/relationships/image" Target="../media/image-10-2.svg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6047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Windows Environment Variables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76485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Understanding how Windows stores, manages, and uses dynamic system values — and why every developer and power user should know them.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260649"/>
            <a:ext cx="4627513" cy="2622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20779" y="977354"/>
            <a:ext cx="857548" cy="281136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5610523" y="1022226"/>
            <a:ext cx="113526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520779" y="1318320"/>
            <a:ext cx="3104331" cy="105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Are Environment Variables?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520779" y="2524051"/>
            <a:ext cx="3104331" cy="167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Environment Variables are </a:t>
            </a: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dynamic values stored by the operating system</a:t>
            </a: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They provide information about the system environment and help applications find important files, folders, and executable programs — without hardcoding their locations.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04986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Environment Variables Matter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3577" y="1256258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4" name="Shape 2"/>
          <p:cNvSpPr/>
          <p:nvPr/>
        </p:nvSpPr>
        <p:spPr>
          <a:xfrm>
            <a:off x="673150" y="1405830"/>
            <a:ext cx="448791" cy="448791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6528" y="1529209"/>
            <a:ext cx="201960" cy="20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3150" y="2004194"/>
            <a:ext cx="2300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Locate Executables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2313905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Find programs automatically without full paths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2358" y="1256258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9" name="Shape 6"/>
          <p:cNvSpPr/>
          <p:nvPr/>
        </p:nvSpPr>
        <p:spPr>
          <a:xfrm>
            <a:off x="3421931" y="1405830"/>
            <a:ext cx="448791" cy="448791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545309" y="1529209"/>
            <a:ext cx="201960" cy="201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1931" y="2004194"/>
            <a:ext cx="2300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Store Settings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931" y="2313905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Hold user-specific and system-wide configurations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21139" y="1256258"/>
            <a:ext cx="2599283" cy="16859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14" name="Shape 10"/>
          <p:cNvSpPr/>
          <p:nvPr/>
        </p:nvSpPr>
        <p:spPr>
          <a:xfrm>
            <a:off x="6170712" y="1405830"/>
            <a:ext cx="448791" cy="448791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94090" y="1529209"/>
            <a:ext cx="201960" cy="201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0712" y="2004194"/>
            <a:ext cx="23001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Portable Code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0712" y="2313905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Software runs without changing source code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23577" y="3091830"/>
            <a:ext cx="3973637" cy="1446609"/>
          </a:xfrm>
          <a:prstGeom prst="roundRect">
            <a:avLst>
              <a:gd name="adj" fmla="val 1551"/>
            </a:avLst>
          </a:prstGeom>
          <a:solidFill>
            <a:srgbClr val="2B2952"/>
          </a:solidFill>
          <a:ln/>
        </p:spPr>
      </p:sp>
      <p:sp>
        <p:nvSpPr>
          <p:cNvPr id="19" name="Shape 14"/>
          <p:cNvSpPr/>
          <p:nvPr/>
        </p:nvSpPr>
        <p:spPr>
          <a:xfrm>
            <a:off x="673150" y="3241402"/>
            <a:ext cx="448791" cy="448791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96528" y="3364781"/>
            <a:ext cx="201960" cy="201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3150" y="3839766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Temporary Storage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73150" y="4149477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 temporary file locations for apps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46786" y="3091830"/>
            <a:ext cx="3973637" cy="1446609"/>
          </a:xfrm>
          <a:prstGeom prst="roundRect">
            <a:avLst>
              <a:gd name="adj" fmla="val 1551"/>
            </a:avLst>
          </a:prstGeom>
          <a:solidFill>
            <a:srgbClr val="2B2952"/>
          </a:solidFill>
          <a:ln/>
        </p:spPr>
      </p:sp>
      <p:sp>
        <p:nvSpPr>
          <p:cNvPr id="24" name="Shape 18"/>
          <p:cNvSpPr/>
          <p:nvPr/>
        </p:nvSpPr>
        <p:spPr>
          <a:xfrm>
            <a:off x="4796358" y="3241402"/>
            <a:ext cx="448791" cy="448791"/>
          </a:xfrm>
          <a:prstGeom prst="ellipse">
            <a:avLst/>
          </a:prstGeom>
          <a:solidFill>
            <a:srgbClr val="8061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919737" y="3364781"/>
            <a:ext cx="201960" cy="2019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96358" y="3839766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Tool Support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96358" y="4149477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Used by Python, Git, and C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Variables vs. System Variables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33648"/>
            <a:ext cx="3945806" cy="39458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4616" y="2004413"/>
            <a:ext cx="394580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u="sng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Differences</a:t>
            </a:r>
            <a:endParaRPr lang="en-US" sz="1600" u="sng" dirty="0"/>
          </a:p>
        </p:txBody>
      </p:sp>
      <p:sp>
        <p:nvSpPr>
          <p:cNvPr id="5" name="Text 2"/>
          <p:cNvSpPr/>
          <p:nvPr/>
        </p:nvSpPr>
        <p:spPr>
          <a:xfrm>
            <a:off x="4679379" y="2449711"/>
            <a:ext cx="3945806" cy="7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User Variables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apply only to your account and can be changed without admin rights. Common examples include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TMP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r>
              <a:rPr lang="en-US" sz="1400" dirty="0" err="1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OneDrive</a:t>
            </a:r>
            <a:r>
              <a:rPr lang="en-US" sz="1400" dirty="0" smtClean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System Variables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affect every user on the machine and usually require administrator permission to edit. Common examples include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ComSpec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r>
              <a:rPr lang="en-US" sz="14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9323"/>
            <a:ext cx="904131" cy="208508"/>
          </a:xfrm>
          <a:prstGeom prst="roundRect">
            <a:avLst>
              <a:gd name="adj" fmla="val 6861"/>
            </a:avLst>
          </a:prstGeom>
          <a:solidFill>
            <a:srgbClr val="0F004D"/>
          </a:solidFill>
          <a:ln/>
        </p:spPr>
      </p:sp>
      <p:sp>
        <p:nvSpPr>
          <p:cNvPr id="3" name="Text 1"/>
          <p:cNvSpPr/>
          <p:nvPr/>
        </p:nvSpPr>
        <p:spPr>
          <a:xfrm>
            <a:off x="595089" y="455042"/>
            <a:ext cx="121830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CORE VARIABLE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65783"/>
            <a:ext cx="8096845" cy="28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</a:t>
            </a:r>
            <a:r>
              <a:rPr lang="en-US" sz="1750" b="1" dirty="0">
                <a:solidFill>
                  <a:srgbClr val="806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Path</a:t>
            </a: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Variable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195685"/>
            <a:ext cx="4657874" cy="2639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77024" y="1737967"/>
            <a:ext cx="3148087" cy="1122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variable tells Windows </a:t>
            </a:r>
            <a:r>
              <a:rPr lang="en-US" sz="16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where to search for executable programs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when you type a command in the terminal. Without it, you would need to type the full file path every time.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77" y="4048795"/>
            <a:ext cx="4000946" cy="6753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226" y="4182294"/>
            <a:ext cx="367679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Typical Path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14226" y="4414614"/>
            <a:ext cx="3676799" cy="1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C:\Windows\System32; C:\Python313\Scripts;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19476" y="4048795"/>
            <a:ext cx="4000946" cy="6753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10125" y="4182294"/>
            <a:ext cx="367679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Purpose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810125" y="4414614"/>
            <a:ext cx="367679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Searches for executable programs across listed directories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80170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Temporary File Variables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531441"/>
            <a:ext cx="2293813" cy="1417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3136106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TEMPORARY FILES (TEMP)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445818"/>
            <a:ext cx="3954884" cy="817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Stores temporary files created by applications during runtime.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C:\Users\User\AppData\Local\Temp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464" y="1531441"/>
            <a:ext cx="2293813" cy="1417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5464" y="3136106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TEMPORARY DIRECTORIES (TMP)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5464" y="3445818"/>
            <a:ext cx="3954959" cy="817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Alternate temporary directory, often pointing to the same location as TEMP as.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C:\Users\User\AppData\Local\Temp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88032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Variables &amp; Profile Variables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52577" y="1616497"/>
            <a:ext cx="2259137" cy="1464394"/>
          </a:xfrm>
          <a:prstGeom prst="roundRect">
            <a:avLst>
              <a:gd name="adj" fmla="val 1533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21200" y="1785119"/>
            <a:ext cx="19218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USERNAME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21200" y="2094830"/>
            <a:ext cx="1921892" cy="817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current logged-in user account name.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Example: </a:t>
            </a: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priya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616497"/>
            <a:ext cx="2259137" cy="1464394"/>
          </a:xfrm>
          <a:prstGeom prst="roundRect">
            <a:avLst>
              <a:gd name="adj" fmla="val 1533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9908" y="1785119"/>
            <a:ext cx="19218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USERPROFILE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29908" y="2094830"/>
            <a:ext cx="1921892" cy="817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root folder of the current user's profile.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Example: </a:t>
            </a: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C:\Users\priya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3230463"/>
            <a:ext cx="4667845" cy="1225004"/>
          </a:xfrm>
          <a:prstGeom prst="roundRect">
            <a:avLst>
              <a:gd name="adj" fmla="val 1832"/>
            </a:avLst>
          </a:prstGeom>
          <a:solidFill>
            <a:srgbClr val="0C0A33"/>
          </a:solidFill>
          <a:ln w="19050">
            <a:solidFill>
              <a:srgbClr val="4442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21200" y="3399086"/>
            <a:ext cx="43306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OneDrive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21200" y="3708797"/>
            <a:ext cx="4330601" cy="578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local OneDrive sync folder for the current user.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Example: </a:t>
            </a: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C:\Users\priya\OneDrive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955"/>
            <a:ext cx="8096845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&amp; Command Variables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23577" y="1120080"/>
            <a:ext cx="1995934" cy="1653332"/>
          </a:xfrm>
          <a:prstGeom prst="roundRect">
            <a:avLst>
              <a:gd name="adj" fmla="val 1294"/>
            </a:avLst>
          </a:prstGeom>
          <a:solidFill>
            <a:srgbClr val="2B2952"/>
          </a:solidFill>
          <a:ln/>
        </p:spPr>
      </p:sp>
      <p:sp>
        <p:nvSpPr>
          <p:cNvPr id="4" name="Text 2"/>
          <p:cNvSpPr/>
          <p:nvPr/>
        </p:nvSpPr>
        <p:spPr>
          <a:xfrm>
            <a:off x="666155" y="1262658"/>
            <a:ext cx="1710779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6155" y="1608162"/>
            <a:ext cx="1710779" cy="795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Identifies the operating system.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Windows_NT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5391" y="1120080"/>
            <a:ext cx="1996008" cy="1653332"/>
          </a:xfrm>
          <a:prstGeom prst="roundRect">
            <a:avLst>
              <a:gd name="adj" fmla="val 1294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2797969" y="1262658"/>
            <a:ext cx="171085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ComSpec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97969" y="1608162"/>
            <a:ext cx="1710854" cy="10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Path to Command Prompt executable.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C:\Windows\System32\cmd.exe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3577" y="2909292"/>
            <a:ext cx="1995934" cy="1653332"/>
          </a:xfrm>
          <a:prstGeom prst="roundRect">
            <a:avLst>
              <a:gd name="adj" fmla="val 1294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666155" y="3051870"/>
            <a:ext cx="1710779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PATHEXT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6155" y="3397374"/>
            <a:ext cx="1710779" cy="10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Recognized executable file extensions.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.COM .EXE .BAT .CMD .MSI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5391" y="2909292"/>
            <a:ext cx="1996008" cy="1653332"/>
          </a:xfrm>
          <a:prstGeom prst="roundRect">
            <a:avLst>
              <a:gd name="adj" fmla="val 1294"/>
            </a:avLst>
          </a:prstGeom>
          <a:solidFill>
            <a:srgbClr val="2B2952"/>
          </a:solidFill>
          <a:ln/>
        </p:spPr>
      </p:sp>
      <p:sp>
        <p:nvSpPr>
          <p:cNvPr id="13" name="Text 11"/>
          <p:cNvSpPr/>
          <p:nvPr/>
        </p:nvSpPr>
        <p:spPr>
          <a:xfrm>
            <a:off x="2797969" y="3051870"/>
            <a:ext cx="1710854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NUMBER_OF_PROCESSORS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97969" y="3606998"/>
            <a:ext cx="1710854" cy="795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Count of logical CPU cores available.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974" y="1815331"/>
            <a:ext cx="3621137" cy="2051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8883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Application-Specific Variables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120155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Many development tools create their own environment variables to locate installations and resources.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23577" y="1527795"/>
            <a:ext cx="299219" cy="299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9799" y="1579215"/>
            <a:ext cx="761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C_HOME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09799" y="1888927"/>
            <a:ext cx="7610624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 compiler installation directory.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C:\Program Files\MinGW\bin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3577" y="2676451"/>
            <a:ext cx="299219" cy="299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9799" y="2727871"/>
            <a:ext cx="761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PYTHONHOME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09799" y="3037582"/>
            <a:ext cx="7610624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installation directory.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C:\Python313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23577" y="3825106"/>
            <a:ext cx="299219" cy="299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9799" y="3876526"/>
            <a:ext cx="761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APPDATA / LOCALAPPDATA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09799" y="4186238"/>
            <a:ext cx="7610624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Roaming and local application data folders.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C:\Users\priya\AppData\Roaming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6736"/>
            <a:ext cx="8096845" cy="3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Takeaways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23577" y="1015529"/>
            <a:ext cx="8096845" cy="827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970" y="1299939"/>
            <a:ext cx="206871" cy="258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21358" y="1172468"/>
            <a:ext cx="724212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Store Dynamic Values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21358" y="1451595"/>
            <a:ext cx="724212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Environment variables hold system and application settings.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77" y="1970112"/>
            <a:ext cx="8096845" cy="8274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970" y="2254523"/>
            <a:ext cx="206871" cy="258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21358" y="2127052"/>
            <a:ext cx="724212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vs System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21358" y="2406179"/>
            <a:ext cx="724212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variables are personal, while system variables affect all users.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3577" y="2924696"/>
            <a:ext cx="8096845" cy="8274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970" y="3209106"/>
            <a:ext cx="206871" cy="258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221358" y="3081635"/>
            <a:ext cx="724212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PATH Finds Executable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21358" y="3360762"/>
            <a:ext cx="724212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PATH variable locates executable programs automatically.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23577" y="3879279"/>
            <a:ext cx="8096845" cy="8274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4970" y="4163690"/>
            <a:ext cx="206871" cy="258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221358" y="4036219"/>
            <a:ext cx="724212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Tools Depend on Them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21358" y="4315346"/>
            <a:ext cx="724212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Development tools rely on environment variables for configuration.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479</Words>
  <Application>Microsoft Office PowerPoint</Application>
  <PresentationFormat>On-screen Show (16:9)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Syne Bold</vt:lpstr>
      <vt:lpstr>Calibri</vt:lpstr>
      <vt:lpstr>Arimo</vt:lpstr>
      <vt:lpstr>Arimo Bold</vt:lpstr>
      <vt:lpstr>Consolas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Priyanka Pothina</dc:creator>
  <cp:lastModifiedBy>Priyanka Pothina</cp:lastModifiedBy>
  <cp:revision>2</cp:revision>
  <dcterms:created xsi:type="dcterms:W3CDTF">2026-07-08T04:51:47Z</dcterms:created>
  <dcterms:modified xsi:type="dcterms:W3CDTF">2026-07-08T04:54:36Z</dcterms:modified>
</cp:coreProperties>
</file>