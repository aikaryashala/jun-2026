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ora"/>
      <p:regular r:id="rId201314"/>
    </p:embeddedFont>
    <p:embeddedFont>
      <p:font typeface="Lora Medium"/>
      <p:regular r:id="rId201315"/>
    </p:embeddedFont>
    <p:embeddedFont>
      <p:font typeface="Lora SemiBold"/>
      <p:regular r:id="rId201316"/>
    </p:embeddedFont>
    <p:embeddedFont>
      <p:font typeface="Lora Bold"/>
      <p:regular r:id="rId201317"/>
    </p:embeddedFont>
    <p:embeddedFont>
      <p:font typeface="Source Sans 3 ExtraLight"/>
      <p:regular r:id="rId201318"/>
    </p:embeddedFont>
    <p:embeddedFont>
      <p:font typeface="Source Sans 3 Light"/>
      <p:regular r:id="rId201319"/>
    </p:embeddedFont>
    <p:embeddedFont>
      <p:font typeface="Source Sans 3"/>
      <p:regular r:id="rId201320"/>
    </p:embeddedFont>
    <p:embeddedFont>
      <p:font typeface="Source Sans 3 Medium"/>
      <p:regular r:id="rId201321"/>
    </p:embeddedFont>
    <p:embeddedFont>
      <p:font typeface="Source Sans 3 SemiBold"/>
      <p:regular r:id="rId201322"/>
    </p:embeddedFont>
    <p:embeddedFont>
      <p:font typeface="Source Sans 3 Bold"/>
      <p:regular r:id="rId201323"/>
    </p:embeddedFont>
    <p:embeddedFont>
      <p:font typeface="Source Sans 3 ExtraBold"/>
      <p:regular r:id="rId201324"/>
    </p:embeddedFont>
    <p:embeddedFont>
      <p:font typeface="Source Sans 3 Black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image" Target="../media/image-10-1.png"/><Relationship Id="rId12" Type="http://schemas.openxmlformats.org/officeDocument/2006/relationships/image" Target="../media/image-10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2000176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Environment Variables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664544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simple way for the Operating System to store important information that programs can read and use while running.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072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are Environment Variables?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23577" y="2433489"/>
            <a:ext cx="3957191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Environment Variables are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Name = Value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pairs. Every Environment Variable has a unique name (Key) and stores a value. Programs access these values whenever they need information.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523577" y="2655019"/>
            <a:ext cx="3957191" cy="322511"/>
          </a:xfrm>
          <a:prstGeom prst="roundRect">
            <a:avLst>
              <a:gd name="adj" fmla="val 3479"/>
            </a:avLst>
          </a:prstGeom>
          <a:solidFill>
            <a:srgbClr val="E2ECD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63" y="2749674"/>
            <a:ext cx="93464" cy="747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6614" y="2707332"/>
            <a:ext cx="363936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Example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JAVA_HOME = C:\Java\JDK21</a:t>
            </a:r>
            <a:endParaRPr lang="en-US" sz="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994" y="731118"/>
            <a:ext cx="3957191" cy="39571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873323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Think of it as Labeled Boxes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1537692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Imagine your computer keeps many labeled storage boxes. Each box has a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label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(Variable Name) and stores useful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information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(Value). Whenever a program needs information, it simply opens the correct box.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3952577" y="2424113"/>
            <a:ext cx="2259137" cy="84824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6" name="Text 3"/>
          <p:cNvSpPr/>
          <p:nvPr/>
        </p:nvSpPr>
        <p:spPr>
          <a:xfrm>
            <a:off x="4102150" y="2573685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HOME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02150" y="2883396"/>
            <a:ext cx="19599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User's home directory path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61286" y="2424113"/>
            <a:ext cx="2259137" cy="84824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9" name="Text 6"/>
          <p:cNvSpPr/>
          <p:nvPr/>
        </p:nvSpPr>
        <p:spPr>
          <a:xfrm>
            <a:off x="6510858" y="2573685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10858" y="2883396"/>
            <a:ext cx="19599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Executable search locations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952577" y="3421931"/>
            <a:ext cx="4667845" cy="84824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2" name="Text 9"/>
          <p:cNvSpPr/>
          <p:nvPr/>
        </p:nvSpPr>
        <p:spPr>
          <a:xfrm>
            <a:off x="4102150" y="3571503"/>
            <a:ext cx="43687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JAVA_HOME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102150" y="3881214"/>
            <a:ext cx="43687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 installation folder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7016"/>
            <a:ext cx="8096845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Environment Variables Work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764" y="929283"/>
            <a:ext cx="6296471" cy="28816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999" y="3133363"/>
            <a:ext cx="1182114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Uses Value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5211" y="3026335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Runtime Replacement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273521" y="3026335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Program Starts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759443" y="3133363"/>
            <a:ext cx="1182114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3577" y="3909566"/>
            <a:ext cx="8096845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When a program starts, it checks whether an environment variable exists. If found, it replaces the variable name with its stored value — a process called </a:t>
            </a:r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runtime replacement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23577" y="4331568"/>
            <a:ext cx="8096845" cy="394915"/>
          </a:xfrm>
          <a:prstGeom prst="roundRect">
            <a:avLst>
              <a:gd name="adj" fmla="val 4351"/>
            </a:avLst>
          </a:prstGeom>
          <a:solidFill>
            <a:srgbClr val="E2ECD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01" y="4483968"/>
            <a:ext cx="143173" cy="1145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5796" y="4447803"/>
            <a:ext cx="8067303" cy="17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$HOME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/Users/Sai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19695"/>
            <a:ext cx="4667845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PATH Variable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3952577" y="989558"/>
            <a:ext cx="4667845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PATH</a:t>
            </a:r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stores the locations where the operating system searches for programs. Instead of searching the whole computer, it checks only these folders.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577" y="1526084"/>
            <a:ext cx="666229" cy="7994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37422" y="1659285"/>
            <a:ext cx="388300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types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737422" y="1926357"/>
            <a:ext cx="3883000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chrome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577" y="2325514"/>
            <a:ext cx="666229" cy="7994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37422" y="2458715"/>
            <a:ext cx="388300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PATH searches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737422" y="2725787"/>
            <a:ext cx="388300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listed folders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577" y="3124944"/>
            <a:ext cx="666229" cy="79943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37422" y="3258145"/>
            <a:ext cx="388300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Found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737422" y="3525217"/>
            <a:ext cx="3883000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Chrome.exe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577" y="3924374"/>
            <a:ext cx="666229" cy="79943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737422" y="4057576"/>
            <a:ext cx="388300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Launch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4737422" y="4324648"/>
            <a:ext cx="388300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Chrome opens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19993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JAVA_HOME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1084362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JAVA_HOME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stores the location of the Java installation. Programs automatically use this location whenever Java is required.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1731392"/>
            <a:ext cx="598438" cy="897657"/>
          </a:xfrm>
          <a:prstGeom prst="roundRect">
            <a:avLst>
              <a:gd name="adj" fmla="val 360009"/>
            </a:avLst>
          </a:prstGeom>
          <a:solidFill>
            <a:srgbClr val="F3E7D4"/>
          </a:solidFill>
          <a:ln/>
        </p:spPr>
      </p:sp>
      <p:sp>
        <p:nvSpPr>
          <p:cNvPr id="6" name="Text 3"/>
          <p:cNvSpPr/>
          <p:nvPr/>
        </p:nvSpPr>
        <p:spPr>
          <a:xfrm>
            <a:off x="710580" y="2039987"/>
            <a:ext cx="224358" cy="280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271588" y="1880964"/>
            <a:ext cx="391983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JAVA_HOME set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71588" y="2190676"/>
            <a:ext cx="391983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Points to Java installation folder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23577" y="2778621"/>
            <a:ext cx="598438" cy="897657"/>
          </a:xfrm>
          <a:prstGeom prst="roundRect">
            <a:avLst>
              <a:gd name="adj" fmla="val 360009"/>
            </a:avLst>
          </a:prstGeom>
          <a:solidFill>
            <a:srgbClr val="F3E7D4"/>
          </a:solidFill>
          <a:ln/>
        </p:spPr>
      </p:sp>
      <p:sp>
        <p:nvSpPr>
          <p:cNvPr id="10" name="Text 7"/>
          <p:cNvSpPr/>
          <p:nvPr/>
        </p:nvSpPr>
        <p:spPr>
          <a:xfrm>
            <a:off x="710580" y="3087216"/>
            <a:ext cx="224358" cy="280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271588" y="2928193"/>
            <a:ext cx="391983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Java Compiler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271588" y="3237905"/>
            <a:ext cx="3919835" cy="253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Locates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javac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via JAVA_HOME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23577" y="3825850"/>
            <a:ext cx="598438" cy="897657"/>
          </a:xfrm>
          <a:prstGeom prst="roundRect">
            <a:avLst>
              <a:gd name="adj" fmla="val 360009"/>
            </a:avLst>
          </a:prstGeom>
          <a:solidFill>
            <a:srgbClr val="F3E7D4"/>
          </a:solidFill>
          <a:ln/>
        </p:spPr>
      </p:sp>
      <p:sp>
        <p:nvSpPr>
          <p:cNvPr id="14" name="Text 11"/>
          <p:cNvSpPr/>
          <p:nvPr/>
        </p:nvSpPr>
        <p:spPr>
          <a:xfrm>
            <a:off x="710580" y="4134445"/>
            <a:ext cx="224358" cy="280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271588" y="3975422"/>
            <a:ext cx="391983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Application Starts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271588" y="4285134"/>
            <a:ext cx="391983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JVM launches using the path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13846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Common Commands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95240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Linux / macOS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23577" y="2340620"/>
            <a:ext cx="3865959" cy="1496095"/>
          </a:xfrm>
          <a:prstGeom prst="roundRect">
            <a:avLst>
              <a:gd name="adj" fmla="val 1500"/>
            </a:avLst>
          </a:prstGeom>
          <a:solidFill>
            <a:srgbClr val="F1E8DA"/>
          </a:solidFill>
          <a:ln/>
        </p:spPr>
      </p:sp>
      <p:sp>
        <p:nvSpPr>
          <p:cNvPr id="5" name="Shape 3"/>
          <p:cNvSpPr/>
          <p:nvPr/>
        </p:nvSpPr>
        <p:spPr>
          <a:xfrm>
            <a:off x="516136" y="2340620"/>
            <a:ext cx="3880842" cy="1496095"/>
          </a:xfrm>
          <a:prstGeom prst="roundRect">
            <a:avLst>
              <a:gd name="adj" fmla="val 1500"/>
            </a:avLst>
          </a:prstGeom>
          <a:solidFill>
            <a:srgbClr val="F1E8DA"/>
          </a:solidFill>
          <a:ln/>
        </p:spPr>
      </p:sp>
      <p:sp>
        <p:nvSpPr>
          <p:cNvPr id="6" name="Text 4"/>
          <p:cNvSpPr/>
          <p:nvPr/>
        </p:nvSpPr>
        <p:spPr>
          <a:xfrm>
            <a:off x="703138" y="2490192"/>
            <a:ext cx="3506837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printenv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$HOME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$PATH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$USER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9226" y="195240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Windows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59226" y="2340620"/>
            <a:ext cx="3865959" cy="1256705"/>
          </a:xfrm>
          <a:prstGeom prst="roundRect">
            <a:avLst>
              <a:gd name="adj" fmla="val 1786"/>
            </a:avLst>
          </a:prstGeom>
          <a:solidFill>
            <a:srgbClr val="F1E8DA"/>
          </a:solidFill>
          <a:ln/>
        </p:spPr>
      </p:sp>
      <p:sp>
        <p:nvSpPr>
          <p:cNvPr id="9" name="Shape 7"/>
          <p:cNvSpPr/>
          <p:nvPr/>
        </p:nvSpPr>
        <p:spPr>
          <a:xfrm>
            <a:off x="4751784" y="2340620"/>
            <a:ext cx="3880842" cy="1256705"/>
          </a:xfrm>
          <a:prstGeom prst="roundRect">
            <a:avLst>
              <a:gd name="adj" fmla="val 1786"/>
            </a:avLst>
          </a:prstGeom>
          <a:solidFill>
            <a:srgbClr val="F1E8DA"/>
          </a:solidFill>
          <a:ln/>
        </p:spPr>
      </p:sp>
      <p:sp>
        <p:nvSpPr>
          <p:cNvPr id="10" name="Text 8"/>
          <p:cNvSpPr/>
          <p:nvPr/>
        </p:nvSpPr>
        <p:spPr>
          <a:xfrm>
            <a:off x="4938787" y="2490192"/>
            <a:ext cx="350683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%PATH%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%USERNAME%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 PATH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1258"/>
            <a:ext cx="8096845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Temporary vs Permanent Variables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3577" y="1127075"/>
            <a:ext cx="388307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Temporary Variables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23577" y="1449363"/>
            <a:ext cx="4340275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Exist only for the current terminal session.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23577" y="1794272"/>
            <a:ext cx="3883075" cy="891332"/>
          </a:xfrm>
          <a:prstGeom prst="roundRect">
            <a:avLst>
              <a:gd name="adj" fmla="val 2282"/>
            </a:avLst>
          </a:prstGeom>
          <a:solidFill>
            <a:srgbClr val="F1E8DA"/>
          </a:solidFill>
          <a:ln/>
        </p:spPr>
      </p:sp>
      <p:sp>
        <p:nvSpPr>
          <p:cNvPr id="6" name="Shape 4"/>
          <p:cNvSpPr/>
          <p:nvPr/>
        </p:nvSpPr>
        <p:spPr>
          <a:xfrm>
            <a:off x="516806" y="1794272"/>
            <a:ext cx="3896618" cy="891332"/>
          </a:xfrm>
          <a:prstGeom prst="roundRect">
            <a:avLst>
              <a:gd name="adj" fmla="val 2282"/>
            </a:avLst>
          </a:prstGeom>
          <a:solidFill>
            <a:srgbClr val="F1E8DA"/>
          </a:solidFill>
          <a:ln/>
        </p:spPr>
      </p:sp>
      <p:sp>
        <p:nvSpPr>
          <p:cNvPr id="7" name="Text 5"/>
          <p:cNvSpPr/>
          <p:nvPr/>
        </p:nvSpPr>
        <p:spPr>
          <a:xfrm>
            <a:off x="686246" y="1929854"/>
            <a:ext cx="3557736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E36209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export my_var=hello</a:t>
            </a:r>
            <a:endParaRPr lang="en-US" sz="10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E36209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$my_var</a:t>
            </a:r>
            <a:endParaRPr lang="en-US" sz="10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E36209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unset my_var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42111" y="1127075"/>
            <a:ext cx="388307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Permanent Variables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42111" y="1449363"/>
            <a:ext cx="3883075" cy="524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850"/>
              </a:spcAft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Remain available even after restarting the terminal.</a:t>
            </a:r>
            <a:endParaRPr lang="en-US" sz="10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Linux/macOS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42111" y="2111573"/>
            <a:ext cx="3883075" cy="891332"/>
          </a:xfrm>
          <a:prstGeom prst="roundRect">
            <a:avLst>
              <a:gd name="adj" fmla="val 2282"/>
            </a:avLst>
          </a:prstGeom>
          <a:solidFill>
            <a:srgbClr val="F1E8DA"/>
          </a:solidFill>
          <a:ln/>
        </p:spPr>
      </p:sp>
      <p:sp>
        <p:nvSpPr>
          <p:cNvPr id="11" name="Shape 9"/>
          <p:cNvSpPr/>
          <p:nvPr/>
        </p:nvSpPr>
        <p:spPr>
          <a:xfrm>
            <a:off x="4735339" y="2111573"/>
            <a:ext cx="3896618" cy="891332"/>
          </a:xfrm>
          <a:prstGeom prst="roundRect">
            <a:avLst>
              <a:gd name="adj" fmla="val 2282"/>
            </a:avLst>
          </a:prstGeom>
          <a:solidFill>
            <a:srgbClr val="F1E8DA"/>
          </a:solidFill>
          <a:ln/>
        </p:spPr>
      </p:sp>
      <p:sp>
        <p:nvSpPr>
          <p:cNvPr id="12" name="Text 10"/>
          <p:cNvSpPr/>
          <p:nvPr/>
        </p:nvSpPr>
        <p:spPr>
          <a:xfrm>
            <a:off x="4904780" y="2247156"/>
            <a:ext cx="3557736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 .zshrc</a:t>
            </a:r>
            <a:endParaRPr lang="en-US" sz="10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JAVA_HOME=...</a:t>
            </a:r>
            <a:endParaRPr lang="en-US" sz="10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PATH=$PATH:$JAVA_HOME/bin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42111" y="3141092"/>
            <a:ext cx="4340275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Windows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42111" y="3486001"/>
            <a:ext cx="3883075" cy="1098054"/>
          </a:xfrm>
          <a:prstGeom prst="roundRect">
            <a:avLst>
              <a:gd name="adj" fmla="val 1852"/>
            </a:avLst>
          </a:prstGeom>
          <a:solidFill>
            <a:srgbClr val="F1E8DA"/>
          </a:solidFill>
          <a:ln/>
        </p:spPr>
      </p:sp>
      <p:sp>
        <p:nvSpPr>
          <p:cNvPr id="15" name="Shape 13"/>
          <p:cNvSpPr/>
          <p:nvPr/>
        </p:nvSpPr>
        <p:spPr>
          <a:xfrm>
            <a:off x="4735339" y="3486001"/>
            <a:ext cx="3896618" cy="1098054"/>
          </a:xfrm>
          <a:prstGeom prst="roundRect">
            <a:avLst>
              <a:gd name="adj" fmla="val 1852"/>
            </a:avLst>
          </a:prstGeom>
          <a:solidFill>
            <a:srgbClr val="F1E8DA"/>
          </a:solidFill>
          <a:ln/>
        </p:spPr>
      </p:sp>
      <p:sp>
        <p:nvSpPr>
          <p:cNvPr id="16" name="Text 14"/>
          <p:cNvSpPr/>
          <p:nvPr/>
        </p:nvSpPr>
        <p:spPr>
          <a:xfrm>
            <a:off x="4904780" y="3621584"/>
            <a:ext cx="3557736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D73A49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Properties</a:t>
            </a:r>
            <a:endParaRPr lang="en-US" sz="10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D73A49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→ Environment Variables</a:t>
            </a:r>
            <a:endParaRPr lang="en-US" sz="10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D73A49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→ New / Edit</a:t>
            </a:r>
            <a:endParaRPr lang="en-US" sz="10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D73A49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→ Restart Terminal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1201"/>
            <a:ext cx="8096845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Common Environment Variables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23577" y="1116657"/>
            <a:ext cx="8096845" cy="3585642"/>
          </a:xfrm>
          <a:prstGeom prst="roundRect">
            <a:avLst>
              <a:gd name="adj" fmla="val 58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3577" y="1508447"/>
            <a:ext cx="8096845" cy="87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577" y="1907381"/>
            <a:ext cx="8096845" cy="87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2306315"/>
            <a:ext cx="8096845" cy="87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2705249"/>
            <a:ext cx="8096845" cy="87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3104183"/>
            <a:ext cx="8096845" cy="87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3577" y="3503116"/>
            <a:ext cx="8096845" cy="87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3577" y="3902050"/>
            <a:ext cx="8096845" cy="87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23577" y="4300984"/>
            <a:ext cx="8096845" cy="87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68536" y="1205061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Variable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12196" y="1205061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Purpose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8536" y="1594470"/>
            <a:ext cx="4220468" cy="2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12196" y="1594470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 executable programs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8536" y="1993404"/>
            <a:ext cx="4220468" cy="2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2196" y="1993404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Home Directory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8536" y="2392338"/>
            <a:ext cx="4220468" cy="2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2196" y="2392338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Current User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8536" y="2791271"/>
            <a:ext cx="4220468" cy="2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2196" y="2791271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Windows Username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8536" y="3190205"/>
            <a:ext cx="4220468" cy="2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JAVA_HOME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12196" y="3190205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 Installation Path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8536" y="3589139"/>
            <a:ext cx="4220468" cy="2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 / TMP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12196" y="3589139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Temporary Files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8536" y="3988073"/>
            <a:ext cx="4220468" cy="2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ANDROID_HOME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12196" y="3988073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Android SDK Location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8536" y="4387007"/>
            <a:ext cx="4220468" cy="2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PYTHONPATH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12196" y="4387007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Module Search Path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7732"/>
            <a:ext cx="8096845" cy="288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Linux vs Windows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23577" y="877491"/>
            <a:ext cx="3928690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Linux / macOS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1086222"/>
            <a:ext cx="3928690" cy="606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1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Reference: </a:t>
            </a:r>
            <a:pPr algn="l" marL="152400" indent="-152400">
              <a:lnSpc>
                <a:spcPct val="11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$PATH</a:t>
            </a:r>
            <a:endParaRPr lang="en-US" sz="750" dirty="0"/>
          </a:p>
          <a:p>
            <a:pPr algn="l" marL="152400" indent="-152400">
              <a:lnSpc>
                <a:spcPct val="11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List all: </a:t>
            </a:r>
            <a:pPr algn="l" marL="152400" indent="-152400">
              <a:lnSpc>
                <a:spcPct val="11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printenv</a:t>
            </a:r>
            <a:endParaRPr lang="en-US" sz="750" dirty="0"/>
          </a:p>
          <a:p>
            <a:pPr algn="l" marL="152400" indent="-152400">
              <a:lnSpc>
                <a:spcPct val="11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Path separator: </a:t>
            </a:r>
            <a:pPr algn="l" marL="152400" indent="-152400">
              <a:lnSpc>
                <a:spcPct val="11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750" dirty="0"/>
          </a:p>
          <a:p>
            <a:pPr algn="l" marL="152400" indent="-152400">
              <a:lnSpc>
                <a:spcPct val="11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 found: </a:t>
            </a:r>
            <a:pPr algn="l" marL="152400" indent="-152400">
              <a:lnSpc>
                <a:spcPct val="11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not found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696495" y="877491"/>
            <a:ext cx="3928690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Windows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96495" y="1086222"/>
            <a:ext cx="3928690" cy="606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1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Reference: </a:t>
            </a:r>
            <a:pPr algn="l" marL="152400" indent="-152400">
              <a:lnSpc>
                <a:spcPct val="11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%PATH%</a:t>
            </a:r>
            <a:endParaRPr lang="en-US" sz="750" dirty="0"/>
          </a:p>
          <a:p>
            <a:pPr algn="l" marL="152400" indent="-152400">
              <a:lnSpc>
                <a:spcPct val="11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List all: </a:t>
            </a:r>
            <a:pPr algn="l" marL="152400" indent="-152400">
              <a:lnSpc>
                <a:spcPct val="11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750" dirty="0"/>
          </a:p>
          <a:p>
            <a:pPr algn="l" marL="152400" indent="-152400">
              <a:lnSpc>
                <a:spcPct val="11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Path separator: </a:t>
            </a:r>
            <a:pPr algn="l" marL="152400" indent="-152400">
              <a:lnSpc>
                <a:spcPct val="11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750" dirty="0"/>
          </a:p>
          <a:p>
            <a:pPr algn="l" marL="152400" indent="-152400">
              <a:lnSpc>
                <a:spcPct val="11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 found: </a:t>
            </a:r>
            <a:pPr algn="l" marL="152400" indent="-152400">
              <a:lnSpc>
                <a:spcPct val="11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'command' is not recognized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23577" y="1812429"/>
            <a:ext cx="8096845" cy="14288"/>
          </a:xfrm>
          <a:prstGeom prst="roundRect">
            <a:avLst>
              <a:gd name="adj" fmla="val 59998"/>
            </a:avLst>
          </a:prstGeom>
          <a:solidFill>
            <a:srgbClr val="3A3630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23577" y="1947788"/>
            <a:ext cx="8096845" cy="231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Summary</a:t>
            </a:r>
            <a:endParaRPr lang="en-US" sz="14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0338" y="2280270"/>
            <a:ext cx="147265" cy="14726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2590" y="2275433"/>
            <a:ext cx="7777832" cy="130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Environment Variable = </a:t>
            </a:r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Name + Value</a:t>
            </a:r>
            <a:endParaRPr lang="en-US" sz="7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0338" y="2708449"/>
            <a:ext cx="147265" cy="1472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2590" y="2703612"/>
            <a:ext cx="7777832" cy="130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Programs read values while running</a:t>
            </a:r>
            <a:endParaRPr lang="en-US" sz="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338" y="3136627"/>
            <a:ext cx="147265" cy="1472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2590" y="3131790"/>
            <a:ext cx="7777832" cy="130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PATH</a:t>
            </a:r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stores executable locations</a:t>
            </a:r>
            <a:endParaRPr lang="en-US" sz="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0338" y="3564806"/>
            <a:ext cx="147265" cy="1472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2590" y="3559969"/>
            <a:ext cx="7777832" cy="130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HOME</a:t>
            </a:r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stores the user folder</a:t>
            </a:r>
            <a:endParaRPr lang="en-US" sz="7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0338" y="3992984"/>
            <a:ext cx="147265" cy="14726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2590" y="3988147"/>
            <a:ext cx="7777832" cy="130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JAVA_HOME</a:t>
            </a:r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stores Java installation</a:t>
            </a:r>
            <a:endParaRPr lang="en-US" sz="7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0338" y="4421163"/>
            <a:ext cx="147265" cy="14726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42590" y="4416326"/>
            <a:ext cx="7777832" cy="130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Temporary variables disappear after terminal closes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2026-07-08T02:05:49Z</dcterms:created>
  <dcterms:modified xsi:type="dcterms:W3CDTF">2026-07-08T02:05:49Z</dcterms:modified>
</cp:coreProperties>
</file>