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4" r:id="rId1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Epilogue" panose="020B0604020202020204" charset="0"/>
      <p:regular r:id="rId16"/>
    </p:embeddedFont>
    <p:embeddedFont>
      <p:font typeface="Epilogue Bold" panose="020B0604020202020204" charset="0"/>
      <p:regular r:id="rId17"/>
    </p:embeddedFont>
    <p:embeddedFont>
      <p:font typeface="Fraunces Medium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568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6BFFE-65EA-FF23-F2F5-DC515036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A27C6-F74C-95ED-F262-7AF6469BB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039B0-0247-45FE-5D31-4C147CEAE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7BDFB-3B63-2A14-E77F-3B955BBAA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69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373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Environment Variables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How your computer stores and shares settings — a beginner-friendly guide to understanding one of the most useful concepts in Ubuntu or any other operating system.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51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What Is an Environment Variable?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25253"/>
            <a:ext cx="5179516" cy="2935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0767" y="1202234"/>
            <a:ext cx="2631877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environment variable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is a named value stored by your operating system. Instead of hard-coding the same information into every program, the OS stores it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once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shares it with all programs that need it.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020767" y="2685455"/>
            <a:ext cx="2631877" cy="1867049"/>
          </a:xfrm>
          <a:prstGeom prst="roundRect">
            <a:avLst>
              <a:gd name="adj" fmla="val 3139"/>
            </a:avLst>
          </a:prstGeom>
          <a:solidFill>
            <a:srgbClr val="28315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294" y="2885331"/>
            <a:ext cx="174427" cy="1395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74247" y="2843882"/>
            <a:ext cx="2038871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Think of it like your home address.</a:t>
            </a: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When someone asks "Where does Vasanth live?", they look it up — they don't ask him every single time. The OS works the same way.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336D1-35A7-E8D7-3C2C-A594727B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EA57C87-703C-A0C5-BDD6-F4AC1DF8F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86BC2E6-A579-D733-37AD-418D73144477}"/>
              </a:ext>
            </a:extLst>
          </p:cNvPr>
          <p:cNvSpPr/>
          <p:nvPr/>
        </p:nvSpPr>
        <p:spPr>
          <a:xfrm>
            <a:off x="496119" y="404440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Where Are Environment Variables Used For?</a:t>
            </a:r>
            <a:endParaRPr lang="en-US" sz="250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BC7DB087-25A8-6CD6-80DF-F90066FB8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381944"/>
            <a:ext cx="256952" cy="256952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6E53A829-9C8C-C28C-B2D3-766DF475B582}"/>
              </a:ext>
            </a:extLst>
          </p:cNvPr>
          <p:cNvSpPr/>
          <p:nvPr/>
        </p:nvSpPr>
        <p:spPr>
          <a:xfrm>
            <a:off x="898550" y="1426071"/>
            <a:ext cx="432033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Find Programs</a:t>
            </a:r>
            <a:endParaRPr lang="en-US" sz="12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4E043BA-182D-BDBC-9A70-6F8BB36A24FB}"/>
              </a:ext>
            </a:extLst>
          </p:cNvPr>
          <p:cNvSpPr/>
          <p:nvPr/>
        </p:nvSpPr>
        <p:spPr>
          <a:xfrm>
            <a:off x="898550" y="1696566"/>
            <a:ext cx="4320332" cy="40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tells the OS where Clang, Git, Java, and other tools are installed.</a:t>
            </a:r>
            <a:endParaRPr lang="en-US" sz="10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FCFA945D-D300-A9AB-44E1-9FCA8AF25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35560"/>
            <a:ext cx="256952" cy="256952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2C2AE750-2C77-276A-BF07-A50853681D40}"/>
              </a:ext>
            </a:extLst>
          </p:cNvPr>
          <p:cNvSpPr/>
          <p:nvPr/>
        </p:nvSpPr>
        <p:spPr>
          <a:xfrm>
            <a:off x="898550" y="2379687"/>
            <a:ext cx="432033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Store Secrets</a:t>
            </a:r>
            <a:endParaRPr lang="en-US" sz="12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2ACA9A3-F140-0820-7E0C-695490E48353}"/>
              </a:ext>
            </a:extLst>
          </p:cNvPr>
          <p:cNvSpPr/>
          <p:nvPr/>
        </p:nvSpPr>
        <p:spPr>
          <a:xfrm>
            <a:off x="898550" y="2650182"/>
            <a:ext cx="432033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Keep API keys and database passwords </a:t>
            </a:r>
            <a:r>
              <a:rPr lang="en-US" sz="10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outside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your code — safer and easier to manage.</a:t>
            </a:r>
            <a:endParaRPr lang="en-US" sz="100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5E1054EF-FDC2-E847-DE5A-79AC81DD7C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74888"/>
            <a:ext cx="256952" cy="256952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2847B1B7-5951-2026-E62F-376923EF156F}"/>
              </a:ext>
            </a:extLst>
          </p:cNvPr>
          <p:cNvSpPr/>
          <p:nvPr/>
        </p:nvSpPr>
        <p:spPr>
          <a:xfrm>
            <a:off x="898550" y="3319016"/>
            <a:ext cx="432033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Default Locations</a:t>
            </a:r>
            <a:endParaRPr lang="en-US" sz="12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9E54DAE-97F6-DCA4-4069-55C3278D0462}"/>
              </a:ext>
            </a:extLst>
          </p:cNvPr>
          <p:cNvSpPr/>
          <p:nvPr/>
        </p:nvSpPr>
        <p:spPr>
          <a:xfrm>
            <a:off x="898550" y="3589511"/>
            <a:ext cx="4320332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Variables like </a:t>
            </a:r>
            <a:r>
              <a:rPr lang="en-US" sz="100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</a:t>
            </a:r>
            <a:r>
              <a:rPr lang="en-US" sz="100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tell programs where to save files.</a:t>
            </a:r>
            <a:endParaRPr lang="en-US" sz="10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82B8342-E6B9-A41B-C1E8-A16998B2CB1C}"/>
              </a:ext>
            </a:extLst>
          </p:cNvPr>
          <p:cNvSpPr/>
          <p:nvPr/>
        </p:nvSpPr>
        <p:spPr>
          <a:xfrm>
            <a:off x="898550" y="4076700"/>
            <a:ext cx="432033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C5CE6234-D700-687F-6417-6768A9EFC06B}"/>
              </a:ext>
            </a:extLst>
          </p:cNvPr>
          <p:cNvSpPr/>
          <p:nvPr/>
        </p:nvSpPr>
        <p:spPr>
          <a:xfrm>
            <a:off x="898550" y="4347195"/>
            <a:ext cx="432033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5078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979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See It in Action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2449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Windows can show you stored environment variable values right from the Command Prompt. Try these commands: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10780"/>
            <a:ext cx="2622724" cy="1634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471589"/>
            <a:ext cx="22249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$USER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792388"/>
            <a:ext cx="2224906" cy="55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Shows your current user name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Output: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10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Vasanth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2310780"/>
            <a:ext cx="2622724" cy="16347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7610" y="2471589"/>
            <a:ext cx="22249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solidFill>
                  <a:srgbClr val="EB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$OSTYPE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97610" y="2792388"/>
            <a:ext cx="2224906" cy="779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Shows your operating system version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Output: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100" dirty="0" err="1">
                <a:solidFill>
                  <a:srgbClr val="EB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</a:t>
            </a:r>
            <a:r>
              <a:rPr lang="en-US" sz="1100" dirty="0">
                <a:solidFill>
                  <a:srgbClr val="EB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-gnu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2310780"/>
            <a:ext cx="2622724" cy="16347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2092" y="2471589"/>
            <a:ext cx="22249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$PATH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2092" y="2792388"/>
            <a:ext cx="222490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Shows all folders the OS searches for programs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Output: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 long list of folder paths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7492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What Is PATH?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30511"/>
            <a:ext cx="4722763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PATH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is a special environment variable that stores a list of folders where programs are installed. When you type a command like </a:t>
            </a:r>
            <a:r>
              <a:rPr lang="en-US" sz="110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clang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the OS searches those folders one by one until it finds </a:t>
            </a:r>
            <a:r>
              <a:rPr lang="en-US" sz="110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clang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325812"/>
            <a:ext cx="2290465" cy="1274638"/>
          </a:xfrm>
          <a:prstGeom prst="roundRect">
            <a:avLst>
              <a:gd name="adj" fmla="val 4671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2472333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Run from Anywhere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778844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need to type the full file location every time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325812"/>
            <a:ext cx="2290539" cy="1274638"/>
          </a:xfrm>
          <a:prstGeom prst="roundRect">
            <a:avLst>
              <a:gd name="adj" fmla="val 4671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2472333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Shared Across Terminals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3000301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All command windows use the same PATH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742209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388873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Programs Stay Simple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4195242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Software doesn't need to know where it's installed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Before &amp; After: Clang in PATH</a:t>
            </a:r>
            <a:endParaRPr lang="en-US" sz="1400" dirty="0"/>
          </a:p>
        </p:txBody>
      </p:sp>
      <p:sp>
        <p:nvSpPr>
          <p:cNvPr id="3" name="Diagram Card"/>
          <p:cNvSpPr/>
          <p:nvPr/>
        </p:nvSpPr>
        <p:spPr>
          <a:xfrm>
            <a:off x="496119" y="720849"/>
            <a:ext cx="3986733" cy="3986733"/>
          </a:xfrm>
          <a:prstGeom prst="roundRect">
            <a:avLst>
              <a:gd name="adj" fmla="val 3000"/>
            </a:avLst>
          </a:prstGeom>
          <a:solidFill>
            <a:srgbClr val="121A38"/>
          </a:solidFill>
          <a:ln>
            <a:noFill/>
          </a:ln>
        </p:spPr>
      </p:sp>
      <p:sp>
        <p:nvSpPr>
          <p:cNvPr id="27" name="Divider"/>
          <p:cNvSpPr/>
          <p:nvPr/>
        </p:nvSpPr>
        <p:spPr>
          <a:xfrm>
            <a:off x="2472152" y="920849"/>
            <a:ext cx="12700" cy="3586733"/>
          </a:xfrm>
          <a:prstGeom prst="rect">
            <a:avLst/>
          </a:prstGeom>
          <a:solidFill>
            <a:srgbClr val="3A4570"/>
          </a:solidFill>
          <a:ln>
            <a:noFill/>
          </a:ln>
        </p:spPr>
      </p:sp>
      <p:sp>
        <p:nvSpPr>
          <p:cNvPr id="28" name="Left Header"/>
          <p:cNvSpPr/>
          <p:nvPr/>
        </p:nvSpPr>
        <p:spPr>
          <a:xfrm>
            <a:off x="696119" y="1924215"/>
            <a:ext cx="1643366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Without </a:t>
            </a:r>
            <a:r>
              <a:rPr lang="en-US" sz="1000" b="1" dirty="0">
                <a:solidFill>
                  <a:srgbClr val="A5D6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PATH:</a:t>
            </a:r>
            <a:endParaRPr lang="en-US" sz="1000" b="1" dirty="0"/>
          </a:p>
        </p:txBody>
      </p:sp>
      <p:sp>
        <p:nvSpPr>
          <p:cNvPr id="29" name="Left Body"/>
          <p:cNvSpPr/>
          <p:nvPr/>
        </p:nvSpPr>
        <p:spPr>
          <a:xfrm>
            <a:off x="696119" y="2170000"/>
            <a:ext cx="1643366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Every time you compile, you must type the compiler's full path:</a:t>
            </a:r>
            <a:endParaRPr lang="en-US" sz="650" dirty="0"/>
          </a:p>
        </p:txBody>
      </p:sp>
      <p:sp>
        <p:nvSpPr>
          <p:cNvPr id="30" name="Left Code Box"/>
          <p:cNvSpPr/>
          <p:nvPr/>
        </p:nvSpPr>
        <p:spPr>
          <a:xfrm>
            <a:off x="696119" y="2900000"/>
            <a:ext cx="1643366" cy="500000"/>
          </a:xfrm>
          <a:prstGeom prst="roundRect">
            <a:avLst>
              <a:gd name="adj" fmla="val 6000"/>
            </a:avLst>
          </a:prstGeom>
          <a:solidFill>
            <a:srgbClr val="0B1024"/>
          </a:solidFill>
          <a:ln w="6350">
            <a:solidFill>
              <a:srgbClr val="3A4570"/>
            </a:solidFill>
          </a:ln>
        </p:spPr>
        <p:txBody>
          <a:bodyPr wrap="square" lIns="91440" tIns="45720" rIns="45720" bIns="4572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/usr/bin/clang program.c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600" dirty="0">
                <a:solidFill>
                  <a:srgbClr val="7B8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works, but tedious</a:t>
            </a:r>
            <a:endParaRPr lang="en-US" sz="600" dirty="0"/>
          </a:p>
        </p:txBody>
      </p:sp>
      <p:sp>
        <p:nvSpPr>
          <p:cNvPr id="31" name="Right Header"/>
          <p:cNvSpPr/>
          <p:nvPr/>
        </p:nvSpPr>
        <p:spPr>
          <a:xfrm>
            <a:off x="2639485" y="1924215"/>
            <a:ext cx="1643366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With </a:t>
            </a:r>
            <a:r>
              <a:rPr lang="en-US" sz="1000" b="1" dirty="0">
                <a:solidFill>
                  <a:srgbClr val="A5D6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PATH:</a:t>
            </a:r>
            <a:endParaRPr lang="en-US" sz="1000" b="1" dirty="0"/>
          </a:p>
        </p:txBody>
      </p:sp>
      <p:sp>
        <p:nvSpPr>
          <p:cNvPr id="32" name="Right Body"/>
          <p:cNvSpPr/>
          <p:nvPr/>
        </p:nvSpPr>
        <p:spPr>
          <a:xfrm>
            <a:off x="2639485" y="2170000"/>
            <a:ext cx="1643366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Add clang's folder to PATH once, then just type the short command:</a:t>
            </a:r>
            <a:endParaRPr lang="en-US" sz="650" dirty="0"/>
          </a:p>
        </p:txBody>
      </p:sp>
      <p:sp>
        <p:nvSpPr>
          <p:cNvPr id="33" name="Right Code Box"/>
          <p:cNvSpPr/>
          <p:nvPr/>
        </p:nvSpPr>
        <p:spPr>
          <a:xfrm>
            <a:off x="2639485" y="2900000"/>
            <a:ext cx="1643366" cy="500000"/>
          </a:xfrm>
          <a:prstGeom prst="roundRect">
            <a:avLst>
              <a:gd name="adj" fmla="val 6000"/>
            </a:avLst>
          </a:prstGeom>
          <a:solidFill>
            <a:srgbClr val="0B1024"/>
          </a:solidFill>
          <a:ln w="6350">
            <a:solidFill>
              <a:srgbClr val="3A4570"/>
            </a:solidFill>
          </a:ln>
        </p:spPr>
        <p:txBody>
          <a:bodyPr wrap="square" lIns="91440" tIns="45720" rIns="45720" bIns="4572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clang program.c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600" dirty="0">
                <a:solidFill>
                  <a:srgbClr val="7B8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 and simple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665911" y="226695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Problem Without PATH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18829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Without PATH, the shell has no idea where clang lives. You have to type the full path every time: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549723"/>
            <a:ext cx="3986733" cy="323255"/>
          </a:xfrm>
          <a:prstGeom prst="roundRect">
            <a:avLst>
              <a:gd name="adj" fmla="val 9498"/>
            </a:avLst>
          </a:prstGeom>
          <a:solidFill>
            <a:srgbClr val="151B33"/>
          </a:solidFill>
          <a:ln/>
        </p:spPr>
      </p:sp>
      <p:sp>
        <p:nvSpPr>
          <p:cNvPr id="7" name="Shape 4"/>
          <p:cNvSpPr/>
          <p:nvPr/>
        </p:nvSpPr>
        <p:spPr>
          <a:xfrm>
            <a:off x="4662264" y="2549723"/>
            <a:ext cx="3994026" cy="323255"/>
          </a:xfrm>
          <a:prstGeom prst="roundRect">
            <a:avLst>
              <a:gd name="adj" fmla="val 3392"/>
            </a:avLst>
          </a:prstGeom>
          <a:solidFill>
            <a:srgbClr val="151B33"/>
          </a:solidFill>
          <a:ln/>
        </p:spPr>
      </p:sp>
      <p:sp>
        <p:nvSpPr>
          <p:cNvPr id="8" name="Text 5"/>
          <p:cNvSpPr/>
          <p:nvPr/>
        </p:nvSpPr>
        <p:spPr>
          <a:xfrm>
            <a:off x="4753570" y="2622798"/>
            <a:ext cx="381141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A5D6F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/usr/bin/clang program.c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665911" y="291532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Fix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665911" y="3067199"/>
            <a:ext cx="4443933" cy="9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Example: PATH lets you type </a:t>
            </a:r>
            <a:r>
              <a:rPr lang="en-US" sz="5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clang program.c</a:t>
            </a: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instead of </a:t>
            </a:r>
            <a:r>
              <a:rPr lang="en-US" sz="5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/usr/bin/clang program.c</a:t>
            </a: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every time.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849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Two Types of Variables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23652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Environment variables come in two scopes — who can see and use them.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9592"/>
            <a:ext cx="2314203" cy="1430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101504"/>
            <a:ext cx="399000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System Variables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401913"/>
            <a:ext cx="39900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Available to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all users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on the computer. Usually changed by an administrator.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6119" y="3927202"/>
            <a:ext cx="3990008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PATH · Stores where Ubuntu looks for programs.</a:t>
            </a:r>
          </a:p>
          <a:p>
            <a:pPr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 LANG · Stores the system language settings. </a:t>
            </a:r>
          </a:p>
          <a:p>
            <a:pPr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HOSTNAME · Stores the computer's name</a:t>
            </a:r>
            <a:r>
              <a:rPr lang="en-US" sz="1050" dirty="0"/>
              <a:t>.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99" y="1499592"/>
            <a:ext cx="2314203" cy="1430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57799" y="3101504"/>
            <a:ext cx="399008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 Variables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57799" y="3401913"/>
            <a:ext cx="399008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Available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only to the current user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No admin permission needed. Each user can have their own values.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657799" y="3927202"/>
            <a:ext cx="3990082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050" dirty="0"/>
          </a:p>
          <a:p>
            <a:pPr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endParaRPr lang="en-US" sz="1050" dirty="0"/>
          </a:p>
          <a:p>
            <a:pPr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MY_PROJECT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82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Predefined vs User-Defined Path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9471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Another way to classify variables: who creates them?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2181002"/>
            <a:ext cx="4107135" cy="1894284"/>
          </a:xfrm>
          <a:prstGeom prst="roundRect">
            <a:avLst>
              <a:gd name="adj" fmla="val 5388"/>
            </a:avLst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2322761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Predefined Variables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2685976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Created </a:t>
            </a:r>
            <a:r>
              <a:rPr lang="en-US" sz="110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automatically</a:t>
            </a:r>
            <a:r>
              <a:rPr lang="en-US" sz="1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by the OS before you write any program. They already exist on every Windows machine.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5781" y="3493963"/>
            <a:ext cx="3823618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/>
              <a:t>PATH · HOME 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/>
              <a:t>USER · SHELL</a:t>
            </a:r>
          </a:p>
        </p:txBody>
      </p:sp>
      <p:sp>
        <p:nvSpPr>
          <p:cNvPr id="8" name="Text 6"/>
          <p:cNvSpPr/>
          <p:nvPr/>
        </p:nvSpPr>
        <p:spPr>
          <a:xfrm>
            <a:off x="4749701" y="232276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User-Defined Variables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68597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Created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manually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by you or a developer. Used for personal projects, custom configurations, or application settings.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3493963"/>
            <a:ext cx="3902943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· </a:t>
            </a:r>
            <a:r>
              <a:rPr lang="en-US" sz="110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MY_PROJECT_ENV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857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Concepts at a Glance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869305"/>
            <a:ext cx="8151763" cy="58474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841" y="1088529"/>
            <a:ext cx="146149" cy="1461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7234" y="981001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Environment Variable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967234" y="1173435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named value stored by the OS, shared with all programs</a:t>
            </a:r>
            <a:r>
              <a:rPr lang="en-US" sz="750" i="1" dirty="0">
                <a:solidFill>
                  <a:srgbClr val="9AA5C7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  •   e.g., clang=/</a:t>
            </a:r>
            <a:r>
              <a:rPr lang="en-US" sz="750" i="1" dirty="0" err="1">
                <a:solidFill>
                  <a:srgbClr val="9AA5C7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usr</a:t>
            </a:r>
            <a:r>
              <a:rPr lang="en-US" sz="750" i="1" dirty="0">
                <a:solidFill>
                  <a:srgbClr val="9AA5C7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/bin/clang</a:t>
            </a:r>
            <a:endParaRPr lang="en-US" sz="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21023"/>
            <a:ext cx="8151763" cy="58474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841" y="1740247"/>
            <a:ext cx="146149" cy="14614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67234" y="1632719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PATH</a:t>
            </a:r>
            <a:endParaRPr lang="en-US" sz="950" dirty="0"/>
          </a:p>
        </p:txBody>
      </p:sp>
      <p:sp>
        <p:nvSpPr>
          <p:cNvPr id="10" name="Text 4"/>
          <p:cNvSpPr/>
          <p:nvPr/>
        </p:nvSpPr>
        <p:spPr>
          <a:xfrm>
            <a:off x="967234" y="1825154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list of folders the OS searches to find programs</a:t>
            </a:r>
            <a:r>
              <a:rPr lang="en-US" sz="750" i="1" dirty="0">
                <a:solidFill>
                  <a:srgbClr val="9AA5C7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  •   e.g., typing "clang" works from any folder</a:t>
            </a:r>
            <a:endParaRPr lang="en-US" sz="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72742"/>
            <a:ext cx="8151763" cy="58474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841" y="2391966"/>
            <a:ext cx="146149" cy="146149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67234" y="2284437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System Variable</a:t>
            </a:r>
            <a:endParaRPr lang="en-US" sz="950" dirty="0"/>
          </a:p>
        </p:txBody>
      </p:sp>
      <p:sp>
        <p:nvSpPr>
          <p:cNvPr id="14" name="Text 6"/>
          <p:cNvSpPr/>
          <p:nvPr/>
        </p:nvSpPr>
        <p:spPr>
          <a:xfrm>
            <a:off x="967234" y="2476872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Used by all users on the computer</a:t>
            </a:r>
            <a:r>
              <a:rPr lang="en-US" sz="750" i="1" dirty="0">
                <a:solidFill>
                  <a:srgbClr val="9AA5C7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  •   e.g., echo $USER</a:t>
            </a:r>
            <a:endParaRPr lang="en-US" sz="7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24460"/>
            <a:ext cx="8151763" cy="584746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841" y="3043684"/>
            <a:ext cx="146149" cy="146149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67234" y="2936156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 Variable</a:t>
            </a:r>
            <a:endParaRPr lang="en-US" sz="950" dirty="0"/>
          </a:p>
        </p:txBody>
      </p:sp>
      <p:sp>
        <p:nvSpPr>
          <p:cNvPr id="18" name="Text 8"/>
          <p:cNvSpPr/>
          <p:nvPr/>
        </p:nvSpPr>
        <p:spPr>
          <a:xfrm>
            <a:off x="967234" y="3128590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Used only by the current user</a:t>
            </a:r>
            <a:r>
              <a:rPr lang="en-US" sz="750" i="1" dirty="0">
                <a:solidFill>
                  <a:srgbClr val="9AA5C7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  •   e.g., OneDrive = C:\Users\Vasanth\OneDrive</a:t>
            </a:r>
            <a:endParaRPr lang="en-US" sz="7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476179"/>
            <a:ext cx="8151763" cy="584746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841" y="3695402"/>
            <a:ext cx="146149" cy="146149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967234" y="3587874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Predefined Variable</a:t>
            </a:r>
            <a:endParaRPr lang="en-US" sz="950" dirty="0"/>
          </a:p>
        </p:txBody>
      </p:sp>
      <p:sp>
        <p:nvSpPr>
          <p:cNvPr id="22" name="Text 10"/>
          <p:cNvSpPr/>
          <p:nvPr/>
        </p:nvSpPr>
        <p:spPr>
          <a:xfrm>
            <a:off x="967234" y="3780309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Created automatically by the OS</a:t>
            </a:r>
            <a:r>
              <a:rPr lang="en-US" sz="750" i="1" dirty="0">
                <a:solidFill>
                  <a:srgbClr val="9AA5C7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  •   e.g., USERNAME, COMPUTERNAME, TEMP</a:t>
            </a:r>
            <a:endParaRPr lang="en-US" sz="75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27897"/>
            <a:ext cx="8151763" cy="584746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841" y="4347121"/>
            <a:ext cx="146149" cy="146149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967234" y="4239592"/>
            <a:ext cx="75689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User-Defined Variable</a:t>
            </a:r>
            <a:endParaRPr lang="en-US" sz="950" dirty="0"/>
          </a:p>
        </p:txBody>
      </p:sp>
      <p:sp>
        <p:nvSpPr>
          <p:cNvPr id="26" name="Text 12"/>
          <p:cNvSpPr/>
          <p:nvPr/>
        </p:nvSpPr>
        <p:spPr>
          <a:xfrm>
            <a:off x="967234" y="4432027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Created manually for custom projects</a:t>
            </a:r>
            <a:r>
              <a:rPr lang="en-US" sz="750" i="1" dirty="0">
                <a:solidFill>
                  <a:srgbClr val="9AA5C7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  •   e.g., MY_PROJECT_PATH = D:\Projects\CApp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736</Words>
  <Application>Microsoft Office PowerPoint</Application>
  <PresentationFormat>On-screen Show (16:9)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Epilogue</vt:lpstr>
      <vt:lpstr>Fraunces Medium</vt:lpstr>
      <vt:lpstr>Twemoji Mozilla</vt:lpstr>
      <vt:lpstr>Epilogue Bold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vasanth saran</cp:lastModifiedBy>
  <cp:revision>2</cp:revision>
  <dcterms:created xsi:type="dcterms:W3CDTF">2026-07-07T15:23:27Z</dcterms:created>
  <dcterms:modified xsi:type="dcterms:W3CDTF">2026-07-08T05:08:41Z</dcterms:modified>
</cp:coreProperties>
</file>